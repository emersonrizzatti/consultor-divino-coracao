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C75B39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-731520"/>
            <a:ext cx="2286000" cy="2286000"/>
          </a:xfrm>
          <a:prstGeom prst="ellipse">
            <a:avLst/>
          </a:prstGeom>
          <a:solidFill>
            <a:srgbClr val="5B8C5A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685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Inteligência Artificial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jeito que todo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professor entende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comparação com o mundo dos veículos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descomplicar a 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Pedagógico | Colégio Divino Coração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3A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Inteligência Artificial?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8046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a indústria automotiva como um todo: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reúne fábricas, engenheiros, projetos, motores, estradas — tudo que envolve o mundo dos carros.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Artificial é a mesma coisa: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todo o campo de estudo que ensina máquinas a pensar, aprender, reconhecer padrões e tomar decisões — como um grande setor que cria tecnologias inteligentes.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dela existem vários tipos: sistemas que recomendam filmes, que reconhecem sua voz, que geram textos ou imagens...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 como a indústria automotiva produz desde caminhões até carros de corrida, a IA produz soluções diferentes para problemas diferentes.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3A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os Modelos de IA Funcionam?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do que muitos pensam, a IA não "pensa" ou "entende" como uma pessoa.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funciona com dois ingredientes: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103120"/>
            <a:ext cx="54864" cy="640080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488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Estatística: </a:t>
            </a:r>
            <a:pPr algn="l"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foi treinado com bilhões de textos. Ele aprendeu quais palavras costumam aparecer juntas, em que ordem, em cada contexto.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292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880360"/>
            <a:ext cx="54864" cy="640080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9260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Previsão: </a:t>
            </a:r>
            <a:pPr algn="l"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você pergunta algo, ele calcula: "qual é a palavra mais provável de vir agora?" Palavra por palavra, ele constrói a resposta.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097280"/>
            <a:ext cx="2834640" cy="3474720"/>
          </a:xfrm>
          <a:prstGeom prst="rect">
            <a:avLst/>
          </a:prstGeom>
          <a:solidFill>
            <a:srgbClr val="1A3A3A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280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prática, a IA é uma máquina 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ADIVINHAR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126480" y="2377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09360" y="3200400"/>
            <a:ext cx="210312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32918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é muito boa nisso,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continua sendo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palpite estatístico.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50292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40233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Pense num corretor de texto do celular: </a:t>
            </a:r>
            <a:pPr algn="l"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sugere a próxima palavra baseado no que você já digitou. A IA generativa faz a mesma coisa — só que em escala gigante e com muito mais contexto.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3A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Modelos de IA = Montadoras de Veículos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8046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IA é a indústria automotiva, os modelos de IA são as montadoras: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montadora (Ford, Toyota, Honda, Volkswagen) tem sua engenharia, seu jeito de construir carros, suas especialidades.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Assim, cada modelo de IA tem sua própria arquitetura e forma de processar informações: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3A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Modelos de IA = Montadoras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54864" cy="1645920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GPT (OpenAI)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Toyota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Versátil, confiável, o mais popular. Serve para quase tudo.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97280"/>
            <a:ext cx="54864" cy="1645920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(Anthropic)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554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Volvo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1920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Cuidadoso, seguro, bem instruído. Foco em segurança e ética.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017520"/>
            <a:ext cx="54864" cy="1645920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108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 (Google)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474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Honda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840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Integrado ao ecossistema Google. Bom em raciocínio e buscas.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3017520"/>
            <a:ext cx="54864" cy="1645920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3108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DeepSeek / Llama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37760" y="3474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BYD / JAC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3840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abertos e acessíveis. Qualidade crescendo rápido.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3A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Ferramentas de IA Generativa = Carros que você dirige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os modelos são montadoras, as ferramentas são os carros que chegam às concessionárias: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→ é como um sedan popular. Fácil de dirigir, vai buscar informação, escreve textos, gera ideias. Milhares de pessoas usam no dia a dia.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(chat) → como um hatch conectado. Integrado com YouTube, Gmail, Google Drive. Útil para quem já vive no ecossistema Google.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(chat) → como um sedã premium. Mais contido, respostas bem estruturadas, ótimo para análise de documentos e textos longos.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(Microsoft) → como um carro da empresa integrado ao Office. Ajuda no Word, Excel, PowerPoint.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Geradores de imagem (DALL-E, Midjourney) → como carros customizados para um fim específico (reboque, corrida). Fazem uma coisa muito bem.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3A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Agentes de IA = Carros com Piloto Automático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aqui, as ferramentas dependem de você dar os comandos (o prompt):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como dirigir um carro manual: você acelera, vira, freia, escolhe a rota.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de IA é como um carro com piloto automático avançado: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diz o destino e o carro planeja a rota, Decide quando acelerar ou frear, Busca informações no GPS, Recalcula se houver trânsito.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você dá um objetivo para o agente, e ele decide quais ferramentas usar, que passos seguir e quando parar.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um agente pode "passo a passo" pesquisar um tema na web, resumir o conteúdo, criar uma apresentação e salvar o arquivo — tudo sozinho.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3A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Contexto e Regras = Instruções para a IA "adivinhar" melhor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3931920" cy="411480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43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instruções, a IA "chuta"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você perguntar "Crie uma atividade" sem contexto: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Pode vir para qualquer série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Pode ignorar o regimento da escola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Pode usar linguagem inadequada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Pode sugerir algo contra os valores da ACSC</a:t>
            </a:r>
            <a:endParaRPr lang="en-US" sz="13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palpite dela pode ser genérico ou errado.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3383280"/>
          </a:xfrm>
          <a:prstGeom prst="rect">
            <a:avLst/>
          </a:prstGeom>
          <a:solidFill>
            <a:srgbClr val="1A3A3A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melhorar o palpite?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Dê CONTEXTO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"Sou professor do 4º ano do Colégio Divino Coração..."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Estabeleça REGRAS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"...respeitando o PPPP da ACSC e a BNCC"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o FORMATO DE SAÍDA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"Estruture em uma tabela com colunas: objetivos, atividades, recursos, avaliação"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Exija EXEMPLOS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"Inclua um exemplo de parecer descritivo"</a:t>
            </a:r>
            <a:endParaRPr lang="en-US" sz="1300" dirty="0"/>
          </a:p>
          <a:p>
            <a:pPr algn="l" indent="0" marL="0">
              <a:buNone/>
            </a:pPr>
            <a:r>
              <a:rPr lang="en-US" sz="1200" b="1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mais informação você der, mais preciso será o "palpite" da IA.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3931920" cy="640080"/>
          </a:xfrm>
          <a:prstGeom prst="rect">
            <a:avLst/>
          </a:prstGeom>
          <a:solidFill>
            <a:srgbClr val="1A3A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148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aí que entram as SKILLS!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3A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= Manual do Proprietário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5" name="Shape 3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754880" y="1097280"/>
            <a:ext cx="3931920" cy="54864"/>
          </a:xfrm>
          <a:prstGeom prst="rect">
            <a:avLst/>
          </a:prstGeom>
          <a:solidFill>
            <a:srgbClr val="5B8C5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97280"/>
            <a:ext cx="3931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que você comprou um carro novo: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pode apenas sentar e dirigir (funciona!), mas o manual do proprietário ensina: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Como usar cada botão e função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maneira correta de fazer a manutenção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Procedimentos de segurança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Modos de condução específicos (estrada, cidade, off-road)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280160"/>
            <a:ext cx="3566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B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Skills fazem o mesmo com a IA: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arquivos de instrução que ensinam o modelo de IA a: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quem é você e seu contexto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regras da sua escola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os documentos certos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Falar como um especialista pedagógico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processos passo a passo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 skill o modelo "até funciona". Com ela, ele age como um profissional da sua área.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Mão na Massa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325880"/>
            <a:ext cx="411480" cy="41148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3258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Baixe o arquivo Skill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o repositório e baixe skill-assistente-pedagogico.md (link no README)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188720"/>
            <a:ext cx="2606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325880"/>
            <a:ext cx="411480" cy="41148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3258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77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Abra o ChatGPT ou Gemini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1783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no chat da plataforma que você mais usa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188720"/>
            <a:ext cx="2606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5080" y="1325880"/>
            <a:ext cx="411480" cy="41148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13258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Carregue o arquivo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1783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de anexar e selecione o arquivo baixado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06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154680"/>
            <a:ext cx="411480" cy="41148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154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Faça um pedido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" y="36118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algo como: "Crie um plano de aula de Ciências para o 6º ano sobre cadeia alimentar"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3017520"/>
            <a:ext cx="2606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74720" y="3154680"/>
            <a:ext cx="411480" cy="41148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0" y="3154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7764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74720" y="36118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ajustes: "Coloque uma atividade lúdica" ou "Adicione um momento de oração inicial"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017520"/>
            <a:ext cx="26060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55080" y="3154680"/>
            <a:ext cx="411480" cy="41148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31" name="Text 29"/>
          <p:cNvSpPr/>
          <p:nvPr/>
        </p:nvSpPr>
        <p:spPr>
          <a:xfrm>
            <a:off x="6355080" y="3154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5800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Aproveite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55080" y="36118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o resultado para seu plano de aula, salve ou peça um arquivo .docx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3A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Exemplo Prático com a Skill CDC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54864" cy="1463040"/>
          </a:xfrm>
          <a:prstGeom prst="rect">
            <a:avLst/>
          </a:prstGeom>
          <a:solidFill>
            <a:srgbClr val="C75B3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188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para testar (copie e cole no chat após carregar a skill):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463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"Sou professor do 4º ano do Colégio Divino Coração.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Preciso de um parecer descritivo trimestral para um aluno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 está com dificuldades em leitura e interpretação de texto.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Inclua sugestões para a família e alinhamento ao PPPP da ACSC."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1828800"/>
          </a:xfrm>
          <a:prstGeom prst="rect">
            <a:avLst/>
          </a:prstGeom>
          <a:solidFill>
            <a:srgbClr val="1A3A3A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9260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IA vai responder: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parecer descritivo completo nos padrões do Colégio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Alinhado ao sistema trimestral e ao PPPP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linguagem adequada para o boletim escolar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Sugestões pedagógicas para a família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Estratégias de intervenção em sala de aula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Resumo da Metáfora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480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Conceito</a:t>
                      </a:r>
                      <a:endParaRPr lang="en-US" sz="14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5B3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Metáfora</a:t>
                      </a:r>
                      <a:endParaRPr lang="en-US" sz="14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5B3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3A3A"/>
                          </a:solidFill>
                        </a:rPr>
                        <a:t>Inteligência Artificial</a:t>
                      </a:r>
                      <a:endParaRPr lang="en-US" sz="13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</a:rPr>
                        <a:t>Indústria automotiva (todo o setor)</a:t>
                      </a:r>
                      <a:endParaRPr lang="en-US" sz="13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3A3A"/>
                          </a:solidFill>
                        </a:rPr>
                        <a:t>Modelo de IA</a:t>
                      </a:r>
                      <a:endParaRPr lang="en-US" sz="13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</a:rPr>
                        <a:t>Montadora (Toyota, Volvo, Honda...)</a:t>
                      </a:r>
                      <a:endParaRPr lang="en-US" sz="13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3A3A"/>
                          </a:solidFill>
                        </a:rPr>
                        <a:t>Ferramenta de IA Generativa</a:t>
                      </a:r>
                      <a:endParaRPr lang="en-US" sz="13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</a:rPr>
                        <a:t>Carro específico (sedan, hatch, SUV)</a:t>
                      </a:r>
                      <a:endParaRPr lang="en-US" sz="13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3A3A"/>
                          </a:solidFill>
                        </a:rPr>
                        <a:t>Agente de IA</a:t>
                      </a:r>
                      <a:endParaRPr lang="en-US" sz="13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</a:rPr>
                        <a:t>Carro com piloto automático</a:t>
                      </a:r>
                      <a:endParaRPr lang="en-US" sz="13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3A3A"/>
                          </a:solidFill>
                        </a:rPr>
                        <a:t>Skill</a:t>
                      </a:r>
                      <a:endParaRPr lang="en-US" sz="13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</a:rPr>
                        <a:t>Manual do proprietário</a:t>
                      </a:r>
                      <a:endParaRPr lang="en-US" sz="1300" dirty="0"/>
                    </a:p>
                  </a:txBody>
                  <a:tcPr marL="101600" marR="101600" marT="38100" marB="38100">
                    <a:lnL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skill carregada, o ChatGPT ou Gemini "vira" um especialista no Colégio Divino Coração — pronto para ajudar você no dia a dia!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C75B39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-914400"/>
            <a:ext cx="2743200" cy="2743200"/>
          </a:xfrm>
          <a:prstGeom prst="ellipse">
            <a:avLst/>
          </a:prstGeom>
          <a:solidFill>
            <a:srgbClr val="5B8C5A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Vamos começar?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Baixe a skill, carregue no chat e faça seu primeiro pedido.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poucos minutos você terá um assistente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7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pedagógico personalizado para o Colégio Divino Coração.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0" y="3383280"/>
            <a:ext cx="27432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Pedagógico CDC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na Sala de Aula</dc:title>
  <dc:subject>PptxGenJS Presentation</dc:subject>
  <dc:creator>Assistente Pedagógico CDC</dc:creator>
  <cp:lastModifiedBy>Assistente Pedagógico CDC</cp:lastModifiedBy>
  <cp:revision>1</cp:revision>
  <dcterms:created xsi:type="dcterms:W3CDTF">2026-07-16T18:48:36Z</dcterms:created>
  <dcterms:modified xsi:type="dcterms:W3CDTF">2026-07-16T18:48:36Z</dcterms:modified>
</cp:coreProperties>
</file>