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C75B3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5B8C5A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Artificial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jeito que todo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entende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comparação com o mundo dos veículos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descomplicar a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Pedagógico | Colégio Divino Coração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Inteligência Artificial?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indústria automotiva como um todo: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reúne fábricas, engenheiros, projetos, motores, estradas — tudo que envolve o mundo dos carros.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é a mesma coisa: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todo o campo de estudo que ensina máquinas a pensar, aprender, reconhecer padrões e tomar decisões — como um grande setor que cria tecnologias inteligentes.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dela existem vários tipos: sistemas que recomendam filmes, que reconhecem sua voz, que geram textos ou imagens...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 indústria automotiva produz desde caminhões até carros de corrida, a IA produz soluções diferentes para problemas diferentes.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IA = Montadoras de Veículos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IA é a indústria automotiva, os modelos de IA são as montadoras: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montadora (Ford, Toyota, Honda, Volkswagen) tem sua engenharia, seu jeito de construir carros, suas especialidades.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Assim, cada modelo de IA tem sua própria arquitetura e forma de processar informações: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IA = Montadoras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 (OpenAI)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Toyota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Versátil, confiável, o mais popular. Serve para quase tudo.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1645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Cuidadoso, seguro, bem instruído. Foco em segurança e ética.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(Google)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Honda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ecossistema Google. Bom em raciocínio e buscas.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54864" cy="1645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/ Llama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BYD / JAC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abertos e acessíveis. Qualidade crescendo rápido.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de IA Generativa = Carros que você dirige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modelos são montadoras, as ferramentas são os carros que chegam às concessionárias: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é como um sedan popular. Fácil de dirigir, vai buscar informação, escreve textos, gera ideias. Milhares de pessoas usam no dia a dia.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(chat) → como um hatch conectado. Integrado com YouTube, Gmail, Google Drive. Útil para quem já vive no ecossistema Google.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(chat) → como um sedã premium. Mais contido, respostas bem estruturadas, ótimo para análise de documentos e textos longos.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(Microsoft) → como um carro da empresa integrado ao Office. Ajuda no Word, Excel, PowerPoint.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Geradores de imagem (DALL-E, Midjourney) → como carros customizados para um fim específico (reboque, corrida). Fazem uma coisa muito bem.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de IA = Carros com Piloto Automático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aqui, as ferramentas dependem de você dar os comandos (o prompt):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dirigir um carro manual: você acelera, vira, freia, escolhe a rota.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IA é como um carro com piloto automático avançado: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diz o destino e o carro planeja a rota, Decide quando acelerar ou frear, Busca informações no GPS, Recalcula se houver trânsito.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você dá um objetivo para o agente, e ele decide quais ferramentas usar, que passos seguir e quando parar.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um agente pode "passo a passo" pesquisar um tema na web, resumir o conteúdo, criar uma apresentação e salvar o arquivo — tudo sozinho.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= Manual do Proprietário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que você comprou um carro novo: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apenas sentar e dirigir (funciona!), mas o manual do proprietário ensina: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usar cada botão e função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maneira correta de fazer a manutenção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Procedimentos de segurança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Modos de condução específicos (estrada, cidade, off-road)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Skills fazem o mesmo com a IA: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arquivos de instrução que ensinam o modelo de IA a: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quem é você e seu contexto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regras da sua escola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os documentos certos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como um especialista pedagógico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processos passo a passo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skill o modelo "até funciona". Com ela, ele age como um profissional da sua área.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 na Massa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Baixe o arquivo Skill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repositório e baixe skill-assistente-pedagogico.md (link no README)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258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 o ChatGPT ou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 chat da plataforma que você mais usa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3258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Carregue o arquivo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de anexar e selecione o arquivo baixado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Faça um pedido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algo como: "Crie um plano de aula de Ciências para o 6º ano sobre cadeia alimentar"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1546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ajustes: "Coloque uma atividade lúdica" ou "Adicione um momento de oração inicial"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154680"/>
            <a:ext cx="411480" cy="41148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Aproveite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o resultado para seu plano de aula, salve ou peça um arquivo .docx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Prático com a Skill CDC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testar (copie e cole no chat após carregar a skill):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 professor do 4º ano do Colégio Divino Coração.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Preciso de um parecer descritivo trimestral para um aluno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está com dificuldades em leitura e interpretação de texto.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Inclua sugestões para a família e alinhamento ao PPPP da ACSC."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1A3A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vai responder: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parecer descritivo completo nos padrões do Colégio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sistema trimestral e ao PPPP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linguagem adequada para o boletim escolar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pedagógicas para a família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intervenção em sala de aula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 da Metáfora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Conceito</a:t>
                      </a:r>
                      <a:endParaRPr lang="en-US" sz="14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Metáfora</a:t>
                      </a:r>
                      <a:endParaRPr lang="en-US" sz="14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A3A"/>
                          </a:solidFill>
                        </a:rPr>
                        <a:t>Inteligência Artificial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Indústria automotiva (todo o setor)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A3A"/>
                          </a:solidFill>
                        </a:rPr>
                        <a:t>Modelo de IA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Montadora (Toyota, Volvo, Honda...)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A3A"/>
                          </a:solidFill>
                        </a:rPr>
                        <a:t>Ferramenta de IA Generativa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Carro específico (sedan, hatch, SUV)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A3A"/>
                          </a:solidFill>
                        </a:rPr>
                        <a:t>Agente de IA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Carro com piloto automático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A3A"/>
                          </a:solidFill>
                        </a:rPr>
                        <a:t>Skill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Manual do proprietário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skill carregada, o ChatGPT ou Gemini "vira" um especialista no Colégio Divino Coração — pronto para ajudar você no dia a dia!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75B3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5B8C5A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começar?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a skill, carregue no chat e faça seu primeiro pedido.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poucos minutos você terá um assistente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personalizado para o Colégio Divino Coração.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Pedagógico CDC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na Sala de Aula</dc:title>
  <dc:subject>PptxGenJS Presentation</dc:subject>
  <dc:creator>Assistente Pedagógico CDC</dc:creator>
  <cp:lastModifiedBy>Assistente Pedagógico CDC</cp:lastModifiedBy>
  <cp:revision>1</cp:revision>
  <dcterms:created xsi:type="dcterms:W3CDTF">2026-07-16T18:34:07Z</dcterms:created>
  <dcterms:modified xsi:type="dcterms:W3CDTF">2026-07-16T18:34:07Z</dcterms:modified>
</cp:coreProperties>
</file>