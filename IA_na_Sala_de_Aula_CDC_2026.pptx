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CC2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FCC2A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 Artificial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jeito que todo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 entende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comparação com o mundo dos veículos para descomplicar a 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Pedagógico | Colégio Divino Coração — ACSC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4572"/>
          </a:xfrm>
          <a:prstGeom prst="rect">
            <a:avLst/>
          </a:prstGeom>
          <a:solidFill>
            <a:srgbClr val="FFCC2A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Resumo da Metáfora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começar, veja como vamos comparar cada conceito de IA com algo do universo automotivo.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73152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Conceito de IA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21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Metáfora Automotiva</a:t>
                      </a:r>
                      <a:endParaRPr lang="en-US" sz="13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21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Inteligência Artificial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Indústria automotiva (todo o setor)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Modelo de IA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Montadora (Toyota, Volvo, Honda…)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Ferramenta de IA Generativa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Carro específico (sedan, hatch, SUV)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Agente de IA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Carro com piloto automático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Skill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Manual do proprietário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2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Inteligência Artificial?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indústria automotiva como um todo: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reúne fábricas, engenheiros, projetos, motores, estradas — tudo que envolve o mundo dos carros.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é a mesma coisa: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todo o campo de estudo que ensina máquinas a pensar, aprender, reconhecer padrões e tomar decisões.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dela existem vários tipos: sistemas que recomendam filmes, que reconhecem sua voz, que geram textos ou imagens…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 indústria automotiva produz desde caminhões até carros de corrida, a IA produz soluções diferentes para problemas diferentes.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4114800" cy="4572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≠ pensamento humano. IA = reconhecimento de padrões em escala.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IA = Montadoras de Veículos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IA é a indústria, os modelos de IA são as montadoras: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montadora tem sua engenharia, seu jeito de construir carros, suas especialidades. O mesmo vale para os modelos de 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45720" cy="1188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 (OpenAI)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Toyota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Versátil, confiável, o mais popular.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94560"/>
            <a:ext cx="45720" cy="1188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(Anthropic)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Cuidadoso, seguro, foco em ética.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66160"/>
            <a:ext cx="45720" cy="1188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(Google)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Honda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ecossistema Google.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566160"/>
            <a:ext cx="45720" cy="1188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/ Llama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BYD / JAC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Abertos, acessíveis, crescimento rápido.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os Modelos de IA Funcionam?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que muitos pensam, a IA não "pensa" ou "entende" como uma pessoa.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funciona com dois ingredientes: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754880" cy="502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45720" cy="5029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Estatística 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foi treinado com bilhões de textos. Aprendeu quais palavras costumam aparecer juntas.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4754880" cy="502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514600"/>
            <a:ext cx="45720" cy="5029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32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Previsão 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pergunta algo, ele calcula a palavra mais provável — palavra por palavra.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005840"/>
            <a:ext cx="3108960" cy="3657600"/>
          </a:xfrm>
          <a:prstGeom prst="rect">
            <a:avLst/>
          </a:prstGeom>
          <a:solidFill>
            <a:srgbClr val="81211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005840"/>
            <a:ext cx="310896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a IA é uma máquina 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ADIVINHAR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8521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próxima palavra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2926080"/>
            <a:ext cx="2011680" cy="27432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é muito boa nisso,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continua sendo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palpite estatístico.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475488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23360"/>
            <a:ext cx="45720" cy="64008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num corretor de texto do celular: </a:t>
            </a:r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sugere a próxima palavra baseado no que você já digitou. A IA generativa faz a mesma coisa — só que em escala gigante.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de IA Generativa = Carros que você dirige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modelos são montadoras, as ferramentas são os carros que chegam às concessionárias: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sedã popular. Fácil, escreve textos, gera ideias. Milhares usam no dia a dia.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hatch conectado. Integrado com YouTube, Gmail, Google Drive.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→ sedã premium. Respostas estruturadas, ótimo para análise de documentos.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(Microsoft) → carro corporativo integrado ao Office (Word, Excel, PowerPoint).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Geradores de imagem (DALL-E, Midjourney) → carros customizados para um fim específico.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8046720" cy="4572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ferramenta tem seu ponto forte. Escolha a que melhor se encaixa no que você precisa fazer.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 de IA = Carros com Piloto Automático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aqui, as ferramentas dependem de você dar os comandos (o prompt).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dirigir um carro manual: você acelera, vira, freia, escolhe a rota.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IA é como um carro com piloto automático avançado: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diz o destino e o carro planeja a rota, decide quando acelerar ou frear, busca informações no GPS, recalcula se houver trânsito.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você dá um objetivo para o agente, e ele decide quais ferramentas usar, que passos seguir e quando parar.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um agente pode pesquisar um tema na web, resumir, criar uma apresentação e salvar o arquivo — tudo sozinho.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e Regras = Instruções para a IA "adivinhar" melhor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31089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instruções, a IA "chuta"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perguntar "Crie uma atividade" sem contexto: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vir para qualquer série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ignorar o regimento da escola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usar linguagem inadequada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sugerir algo contra os valores da ACSC</a:t>
            </a:r>
            <a:endParaRPr lang="en-US" sz="13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palpite dela pode ser genérico ou errado.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657600"/>
          </a:xfrm>
          <a:prstGeom prst="rect">
            <a:avLst/>
          </a:prstGeom>
          <a:solidFill>
            <a:srgbClr val="81211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402336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melhorar o palpite?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CONTEXTO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 professor do 4º ano do CDC…"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Estabeleça REGRAS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"...respeitando o PPPP da ACSC e a BNCC"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FORMATO DE SAÍDA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"Estruture em tabela: objetivos, atividades…"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Exija EXEMPLOS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"Inclua um exemplo de parecer descritivo"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i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informação, mais preciso será o "palpite" da 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3840480" cy="50292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aí que entram as SKILLS!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= Manual do Proprietário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um carro novo: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apenas sentar e dirigir (funciona!), mas o manual do proprietário ensina: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cada botão e função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maneira correta de fazer a manutenção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de segurança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condução específicos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81211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Skills fazem o mesmo com a IA: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instruções que ensinam o modelo a: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quem é você e seu contexto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regras da sua escola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os documentos certos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como um especialista pedagógico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processos passo a passo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i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skill o modelo "até funciona". Com ela, ele age como um profissional da sua área.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 na Massa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0604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FFCC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Baixe o arquivo Skill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repositório e baixe skill-assistente-pedagogico.md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260604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280160"/>
            <a:ext cx="365760" cy="365760"/>
          </a:xfrm>
          <a:prstGeom prst="ellipse">
            <a:avLst/>
          </a:prstGeom>
          <a:solidFill>
            <a:srgbClr val="FFCC2A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 o ChatGPT ou Gemini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 chat da plataforma que você mais usa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260604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1280160"/>
            <a:ext cx="365760" cy="365760"/>
          </a:xfrm>
          <a:prstGeom prst="ellipse">
            <a:avLst/>
          </a:prstGeom>
          <a:solidFill>
            <a:srgbClr val="FFCC2A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Carregue o arquivo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anexar e selecione o arquivo baixado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17520"/>
            <a:ext cx="260604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FFCC2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Faça um pedido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plano de aula de Ciências para o 6º ano"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0175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017520"/>
            <a:ext cx="260604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0" y="3200400"/>
            <a:ext cx="365760" cy="365760"/>
          </a:xfrm>
          <a:prstGeom prst="ellipse">
            <a:avLst/>
          </a:prstGeom>
          <a:solidFill>
            <a:srgbClr val="FFCC2A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"Coloque uma atividade lúdica" ou "Adicione oração inicial"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017520"/>
            <a:ext cx="260604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5080" y="3200400"/>
            <a:ext cx="365760" cy="365760"/>
          </a:xfrm>
          <a:prstGeom prst="ellipse">
            <a:avLst/>
          </a:prstGeom>
          <a:solidFill>
            <a:srgbClr val="FFCC2A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Aproveite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5508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o resultado ou peça um arquivo .docx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Prático com a Skill CDC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5720" cy="16459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testar (copie e cole após carregar a skill):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 professor do 4º ano do Colégio Divino Coração.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Preciso de um parecer descritivo trimestral para um aluno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está com dificuldades em leitura e interpretação de texto.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Inclua sugestões para a família e alinhamento ao PPPP da ACSC."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81211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17520"/>
            <a:ext cx="45720" cy="173736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vai responder: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Parecer descritivo completo nos padrões do Colégio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 sistema trimestral e ao PPPP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adequada para o boletim escolar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pedagógicas para a família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intervenção em sala de aula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2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Outras Skills Disponíveis no Repositório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97280"/>
            <a:ext cx="45720" cy="54864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143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docx/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143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edita documentos Word (.docx) com formatação profissional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828800"/>
            <a:ext cx="45720" cy="54864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xlsx/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edita planilhas (.xlsx, .csv) com fórmulas, gráficos e formatação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560320"/>
            <a:ext cx="45720" cy="54864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pdf/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texto, combina, divide, aplica OCR e preenche formulários PDF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291840"/>
            <a:ext cx="45720" cy="54864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pptx/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3337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edita apresentações de slides (.pptx) com design personalizado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023360"/>
            <a:ext cx="45720" cy="54864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1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skill-creator/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34640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Cria, edita e testa skills com avaliação automatizada de desempenho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skill pptx/ para criar ou editar apresentações como esta!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FCC2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FFCC2A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começar?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a skill, carregue no chat e faça seu primeiro pedido.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poucos minutos você terá um assistente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personalizado para o Colégio Divino Coração.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FFCC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Pedagógico CDC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na Sala de Aula — CDC</dc:title>
  <dc:subject>PptxGenJS Presentation</dc:subject>
  <dc:creator>Assistente Pedagógico CDC</dc:creator>
  <cp:lastModifiedBy>Assistente Pedagógico CDC</cp:lastModifiedBy>
  <cp:revision>1</cp:revision>
  <dcterms:created xsi:type="dcterms:W3CDTF">2026-07-16T19:20:48Z</dcterms:created>
  <dcterms:modified xsi:type="dcterms:W3CDTF">2026-07-16T19:20:48Z</dcterms:modified>
</cp:coreProperties>
</file>